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9144000" cy="514332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51504B-6D9C-4B67-A9EC-02E915FF4159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Giới thiệu tổng quan về bộ ứng dụng VN Office, nhấn mạnh tính độc lập công nghệ và bảo mật dữ liệu theo tiêu chuẩn quốc gia.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Làm rõ vai trò của UNO Bridge kết nối giữa tầng giao diện web và tầng lõi LibreOffice C++ headless mà không phát sinh chi phí bản quyền.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 txBox="1"/>
          <p:nvPr/>
        </p:nvSpPr>
        <p:spPr>
          <a:xfrm>
            <a:off x="653040" y="653040"/>
            <a:ext cx="6531480" cy="48985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 khả năng tương thích định dạng DOCX/XLSX/PPTX và tuân thủ Nghị định 30/2020/NĐ-CP về thể thức văn bản hành chính.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D445C0-70BD-4D34-8BF8-7820251CC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B3D1F3-C047-463E-89A7-14E268F0B3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BF36C8-09BD-4533-A950-1235BA53BAED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VNOfficeMasterLogo"/>
          <p:cNvSpPr>
            <a:spLocks noGrp="1"/>
          </p:cNvSpPr>
          <p:nvPr/>
        </p:nvSpPr>
        <p:spPr>
          <a:xfrm>
            <a:off x="216000" y="36000"/>
            <a:ext cx="5029200" cy="172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vi-VN" sz="1200" b="1">
                <a:solidFill>
                  <a:srgbClr val="2563EB"/>
                </a:solidFill>
                <a:latin typeface="Inter"/>
              </a:rPr>
              <a:t>VN OFFICE • THUYẾT TRÌNH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VN OFFICE — BỘ ỨNG DỤNG VĂN PHÒNG VIỆT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Giải pháp công nghệ độc lập, bảo mật và chuẩn mực quốc gia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Tận dụng sức mạnh xử lý tài liệu vượt trội từ LibreOffice Core Engine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Giao diện thuần Việt, hiện đại, quen thuộc và thân thiện với người dùng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-rect-30"/>
          <p:cNvSpPr/>
          <p:nvPr/>
        </p:nvSpPr>
        <p:spPr>
          <a:xfrm rot="1800000">
            <a:off x="669240" y="1577520"/>
            <a:ext cx="2095560" cy="133344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Chữ nhật 30°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-ellipse-90"/>
          <p:cNvSpPr/>
          <p:nvPr/>
        </p:nvSpPr>
        <p:spPr>
          <a:xfrm rot="5400000">
            <a:off x="2286000" y="1142640"/>
            <a:ext cx="1714320" cy="1714320"/>
          </a:xfrm>
          <a:prstGeom prst="ellipse">
            <a:avLst/>
          </a:prstGeom>
          <a:solidFill>
            <a:srgbClr val="10B981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Elip 90°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-textbox-135"/>
          <p:cNvSpPr txBox="1"/>
          <p:nvPr/>
        </p:nvSpPr>
        <p:spPr>
          <a:xfrm rot="8100000">
            <a:off x="4351320" y="1261080"/>
            <a:ext cx="2095560" cy="952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Hộp văn bản 135°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0" presetClass="entr" fill="hold" nodeType="clickEffect">
                            <p:stCondLst>
                              <p:cond delay="10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6" dur="600" fill="hold"/>
                                  <p:tgtEl>
                                    <p:spTgt spid="15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presetID="2" presetClass="entr" fill="hold" nodeType="clickEffect" presetSubtype="4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10" dur="700" fill="hold"/>
                                  <p:tgtEl>
                                    <p:spTgt spid="16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11" dur="70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#ppt_h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KIẾN TRÚC HỆ THỐNG PHÂN TẦNG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VN App UI (Writer, Sheet, Slides đồng bộ phát triển)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VN Shared Platform &amp; Global Command Bus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VN LibreOffice Adapter Layer (UNO Bridge &amp; PyUNO)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LibreOffice Core Engine C++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" dur="indefinite" restart="never" nodeType="tmRoot">
          <p:childTnLst>
            <p:seq>
              <p:cTn id="13" dur="indefinite" nodeType="mainSeq">
                <p:childTnLst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presetID="10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str" from="0" to="1">
                                <p:cBhvr additive="repl">
                                  <p:cTn id="17" dur="500" fill="hold"/>
                                  <p:tgtEl>
                                    <p:spTgt spid="20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53040" y="517680"/>
            <a:ext cx="783756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KẾ HOẠCH TRIỂN KHAI &amp; TIÊU CHUẨN KỸ THUẬT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53040" y="1796040"/>
            <a:ext cx="7837560" cy="3592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Hỗ trợ toàn diện định dạng văn bản hành chính theo Nghị định 30/2020/NĐ-CP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Tương thích 100% hai chiều với hệ sinh thái OOXML (DOCX, XLSX, PPTX)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spcBef>
                <a:spcPts val="1417"/>
              </a:spcBef>
              <a:buNone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Tích hợp trợ lý AI bảo mật cục bộ, bảo vệ quyền riêng tư tuyệt đối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presetID="23" presetClass="entr" fill="hold" nodeType="clickEffect">
                            <p:stCondLst>
                              <p:cond delay="20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repl">
                                  <p:cTn id="23" dur="600" fill="hold"/>
                                  <p:tgtEl>
                                    <p:spTgt spid="22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repl">
                                  <p:cTn id="24" dur="600" fill="hold"/>
                                  <p:tgtEl>
                                    <p:spTgt spid="22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>
                                    <p:val>
                                      <p:str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en-GB</dc:language>
  <cp:lastModifiedBy/>
  <cp:revision>0</cp:revision>
  <dc:subject/>
  <dc:title/>
</cp:coreProperties>
</file>