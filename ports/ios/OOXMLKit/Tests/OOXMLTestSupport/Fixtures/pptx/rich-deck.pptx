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custShowLst>
    <p:custShow name="Bản rút gọn" id="0">
      <p:sldLst>
        <p:sld r:id="rId2"/>
        <p:sld r:id="rId4"/>
      </p:sldLst>
    </p:custShow>
  </p:custShowLst>
  <p:defaultTextStyle>
    <a:defPPr>
      <a:defRPr lang="vi-VN"/>
    </a:defPPr>
  </p:defaultTextStyle>
  <p:extLst>
    <p:ext uri="{521415D9-36F7-43E2-AB2F-B90AF26B5E84}">
      <p14:sectionLst>
        <p14:section name="Mở đầu" id="{A1B2C3D4-0000-4000-8000-000000000001}">
          <p14:sldIdLst>
            <p14:sldId id="256"/>
          </p14:sldIdLst>
        </p14:section>
        <p14:section name="Nội dung" id="{A1B2C3D4-0000-4000-8000-000000000002}">
          <p14:sldIdLst>
            <p14:sldId id="257"/>
            <p14:sldId id="258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guyễn Văn A" initials="N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vi-VN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Q3</c:v>
                </c:pt>
                <c:pt idx="1">
                  <c:v>Q4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14.1</c:v>
                </c:pt>
              </c:numCache>
            </c:numRef>
          </c:val>
        </c:ser>
        <c:axId val="111"/>
        <c:axId val="222"/>
      </c:barChart>
      <c:catAx>
        <c:axId val="111"/>
        <c:scaling>
          <c:orientation val="minMax"/>
        </c:scaling>
        <c:delete val="0"/>
        <c:axPos val="b"/>
        <c:crossAx val="222"/>
      </c:catAx>
      <c:valAx>
        <c:axId val="222"/>
        <c:scaling>
          <c:orientation val="minMax"/>
        </c:scaling>
        <c:delete val="0"/>
        <c:axPos val="l"/>
        <c:crossAx val="111"/>
      </c:valAx>
    </c:plotArea>
    <c:plotVisOnly val="1"/>
  </c:chart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10-21T09:30:00.000" idx="1">
    <p:pos x="10" y="10"/>
    <p:text>Kiểm tra lại số liệu Q4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vi-VN"/>
              <a:t>Ghi chú mẫu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Chào mừng, giới thiệu thành phần tham dự.</a:t>
            </a:r>
          </a:p>
          <a:p>
            <a:r>
              <a:rPr lang="vi-VN" dirty="0"/>
              <a:t>Nhấn mạnh mục tiêu Công ty TNHH 3T.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Tiêu đề</a:t>
            </a:r>
            <a:endParaRPr lang="vi-VN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vi-VN" dirty="0"/>
              <a:t>Phụ đề</a:t>
            </a:r>
            <a:endParaRPr lang="vi-V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Tiêu đề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Nội dung</a:t>
            </a:r>
            <a:endParaRPr lang="vi-V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Tiêu đề mẫu</a:t>
            </a:r>
            <a:endParaRPr lang="vi-V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 sz="4400"/>
      </a:lvl1pPr>
    </p:titleStyle>
    <p:bodyStyle>
      <a:lvl1pPr>
        <a:defRPr sz="2800"/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3t.vn/" TargetMode="Externa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Kế hoạch </a:t>
            </a:r>
            <a:r>
              <a:rPr lang="vi-VN" b="1" dirty="0"/>
              <a:t>kinh doanh</a:t>
            </a:r>
            <a:r>
              <a:rPr lang="vi-VN" dirty="0"/>
              <a:t> 2027</a:t>
            </a:r>
            <a:endParaRPr lang="vi-VN" dirty="0"/>
          </a:p>
        </p:txBody>
      </p:sp>
      <p:sp>
        <p:nvSpPr>
          <p:cNvPr id="3" name="Phụ đề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vi-VN" dirty="0"/>
              <a:t>Công ty TNHH 3T — </a:t>
            </a:r>
            <a:r>
              <a:rPr lang="vi-VN" dirty="0">
                <a:hlinkClick r:id="rId3"/>
              </a:rPr>
              <a:t>3t.vn</a:t>
            </a:r>
            <a:endParaRPr lang="vi-VN" dirty="0"/>
          </a:p>
        </p:txBody>
      </p:sp>
      <p:pic>
        <p:nvPicPr>
          <p:cNvPr id="4" name="Logo 3T" descr="Logo đơn vị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715000"/>
            <a:ext cx="1219200" cy="76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Mục tiêu năm 2027</a:t>
            </a:r>
            <a:endParaRPr lang="vi-VN" dirty="0"/>
          </a:p>
        </p:txBody>
      </p:sp>
      <p:sp>
        <p:nvSpPr>
          <p:cNvPr id="3" name="Nộ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Tăng doanh thu 20%</a:t>
            </a:r>
            <a:endParaRPr lang="vi-VN" dirty="0"/>
          </a:p>
          <a:p>
            <a:pPr lvl="1"/>
            <a:r>
              <a:rPr lang="vi-VN" dirty="0"/>
              <a:t>Mở rộng thị trường miền Trung</a:t>
            </a:r>
            <a:endParaRPr lang="vi-VN" dirty="0"/>
          </a:p>
          <a:p>
            <a:pPr lvl="2"/>
            <a:r>
              <a:rPr lang="vi-VN" dirty="0"/>
              <a:t>Đà Nẵng, Huế</a:t>
            </a:r>
            <a:endParaRPr lang="vi-VN" dirty="0"/>
          </a:p>
          <a:p>
            <a:r>
              <a:rPr lang="vi-VN" dirty="0"/>
              <a:t>Công ty TNHH 3T</a:t>
            </a:r>
            <a:r>
              <a:rPr lang="vi-VN" dirty="0"/>
              <a:t> phát triển bền vững</a:t>
            </a:r>
            <a:endParaRPr lang="vi-VN" dirty="0"/>
          </a:p>
        </p:txBody>
      </p:sp>
      <p:graphicFrame>
        <p:nvGraphicFramePr>
          <p:cNvPr id="6" name="Bảng 5"/>
          <p:cNvGraphicFramePr>
            <a:graphicFrameLocks noGrp="1"/>
          </p:cNvGraphicFramePr>
          <p:nvPr/>
        </p:nvGraphicFramePr>
        <p:xfrm>
          <a:off x="838200" y="4000000"/>
          <a:ext cx="5000000" cy="7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2500000"/>
              </a:tblGrid>
              <a:tr h="370000">
                <a:tc>
                  <a:txBody>
                    <a:bodyPr/>
                    <a:lstStyle/>
                    <a:p>
                      <a:r>
                        <a:rPr lang="vi-VN"/>
                        <a:t>Quý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/>
                        <a:t>Doanh thu</a:t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lstStyle/>
                    <a:p>
                      <a:r>
                        <a:rPr lang="vi-VN"/>
                        <a:t>Q4/2026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/>
                        <a:t>14,1 tỷ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Biểu đồ 6"/>
          <p:cNvGraphicFramePr/>
          <p:nvPr/>
        </p:nvGraphicFramePr>
        <p:xfrm>
          <a:off x="6200000" y="1800000"/>
          <a:ext cx="5000000" cy="35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8" name="Nhóm 7"/>
          <p:cNvGrpSpPr/>
          <p:nvPr/>
        </p:nvGrpSpPr>
        <p:grpSpPr>
          <a:xfrm>
            <a:off x="838200" y="5000000"/>
            <a:ext cx="3000000" cy="600000"/>
            <a:chOff x="838200" y="5000000"/>
            <a:chExt cx="3000000" cy="600000"/>
          </a:xfrm>
        </p:grpSpPr>
        <p:sp>
          <p:nvSpPr>
            <p:cNvPr id="9" name="Hộp A"/>
            <p:cNvSpPr/>
            <p:nvPr/>
          </p:nvSpPr>
          <p:spPr>
            <a:xfrm>
              <a:off x="838200" y="5000000"/>
              <a:ext cx="14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vi-VN" dirty="0"/>
                <a:t>Bước 1</a:t>
              </a:r>
              <a:endParaRPr lang="vi-VN" dirty="0"/>
            </a:p>
          </p:txBody>
        </p:sp>
        <p:sp>
          <p:nvSpPr>
            <p:cNvPr id="10" name="Hộp B"/>
            <p:cNvSpPr/>
            <p:nvPr/>
          </p:nvSpPr>
          <p:spPr>
            <a:xfrm>
              <a:off x="2438200" y="5000000"/>
              <a:ext cx="14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vi-VN" dirty="0"/>
                <a:t>Bước 2</a:t>
              </a:r>
              <a:endParaRPr lang="vi-VN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Cảm ơn quý vị!</a:t>
            </a:r>
            <a:endParaRPr lang="vi-VN" dirty="0"/>
          </a:p>
        </p:txBody>
      </p:sp>
      <p:cxnSp>
        <p:nvCxnSpPr>
          <p:cNvPr id="3" name="Đường nối 2"/>
          <p:cNvCxnSpPr/>
          <p:nvPr/>
        </p:nvCxnSpPr>
        <p:spPr>
          <a:xfrm>
            <a:off x="1000000" y="3000000"/>
            <a:ext cx="4000000" cy="0"/>
          </a:xfrm>
          <a:prstGeom prst="line">
            <a:avLst/>
          </a:prstGeom>
        </p:spPr>
      </p:cxnSp>
    </p:spTree>
    <p:extLst>
      <p:ext uri="{BB962C8B-B14F-4D97-AF65-F5344CB8AC3E}">
        <p14:creationId xmlns:p14="http://schemas.microsoft.com/office/powerpoint/2010/main" val="1234567890"/>
      </p:ext>
    </p:extLst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  <Notes>1</Not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Kế hoạch kinh doanh 2027</dc:title>
  <dc:creator>Phòng Kế toán 3T</dc:creator>
  <cp:lastModifiedBy>Phòng Kế toán 3T</cp:lastModifiedBy>
  <dcterms:created xsi:type="dcterms:W3CDTF">2026-10-01T08:00:00Z</dcterms:created>
  <dcterms:modified xsi:type="dcterms:W3CDTF">2026-10-20T10:15:00Z</dcterms:modified>
</cp:coreProperties>
</file>