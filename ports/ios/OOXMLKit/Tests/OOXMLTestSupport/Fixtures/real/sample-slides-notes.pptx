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notes' format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203224A-47BA-4491-B41C-906EFD9A1744}" type="slidenum"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sldImg"/>
          </p:nvPr>
        </p:nvSpPr>
        <p:spPr>
          <a:xfrm>
            <a:off x="812520" y="812520"/>
            <a:ext cx="5934960" cy="3338280"/>
          </a:xfrm>
          <a:prstGeom prst="rect">
            <a:avLst/>
          </a:prstGeom>
          <a:ln w="0">
            <a:noFill/>
          </a:ln>
        </p:spPr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812520" y="4942080"/>
            <a:ext cx="593496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l"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Nhấn mạnh số liệu quý 4: Đã đạt &amp; vượt 120% kế hoạch đề ra!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Cần lưu ý: Tỷ giá ngoại tệ không được đọc trước khán giả.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body"/>
          </p:nvPr>
        </p:nvSpPr>
        <p:spPr>
          <a:xfrm>
            <a:off x="812520" y="4942080"/>
            <a:ext cx="593496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l"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Gợi ý chuyển slide: dừng 5 giây tại sơ đồ kiến trúc.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C02F9E1-374C-4FD0-BC40-3DDBC68646D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F089E82-C2A7-40B4-9AB7-A286B953394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26E95F2-3C45-4A61-906E-F7E88149BE46}" type="slidenum"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4000" y="720000"/>
            <a:ext cx="9072000" cy="10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Báo cáo đề án VN Office 2026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504000" y="1980000"/>
            <a:ext cx="9072000" cy="28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Kiến trúc nền tảng LibreOffice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spcBef>
                <a:spcPts val="1417"/>
              </a:spcBef>
              <a:buNone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Tương thích định dạng PPTX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04000" y="720000"/>
            <a:ext cx="9072000" cy="10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không có ghi chú thuyết trình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504000" y="1980000"/>
            <a:ext cx="9072000" cy="28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Nội dung công khai trên canvas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720000"/>
            <a:ext cx="9072000" cy="10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Lộ trình triển khai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LibreOffice/26.2.5.2$Windows_X86_64 LibreOffice_project/cd7284b4cbbfeb507e630c1aac019f4157393acb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en-GB</dc:language>
  <cp:lastModifiedBy/>
  <cp:revision>0</cp:revision>
  <dc:subject/>
  <dc:title/>
</cp:coreProperties>
</file>