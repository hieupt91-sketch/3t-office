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comments/comment1.xml" ContentType="application/vnd.openxmlformats-officedocument.presentationml.comment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commentAuthors.xml><?xml version="1.0" encoding="utf-8"?>
<p:cmAuthorLst xmlns:p="http://schemas.openxmlformats.org/presentationml/2006/main">
  <p:cmAuthor id="0" name="Tran Thi Hoa" initials="" lastIdx="1" clrIdx="0"/>
  <p:cmAuthor id="1" name="Pham Minh Duc" initials="" lastIdx="1" clrIdx="1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6-09-05T09:10:00.000000000" idx="1">
    <p:pos x="4989" y="91"/>
    <p:text>Can doi chieu so lieu quy II truoc khi trinh.</p:text>
  </p:cm>
  <p:cm authorId="1" dt="2026-09-05T09:25:00.000000000" idx="1">
    <p:pos x="4989" y="816"/>
    <p:text>Xac nhan chu ky nguoi soan.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872E7E-B086-4BEA-9555-6CD2B1D2B9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7E4817-F9A6-4606-85C6-51938C0B7D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7328152-9F8D-49F7-8D8D-D51490CE6A6E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Bao cao de an VN Office 2026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1980000"/>
            <a:ext cx="8640000" cy="39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Kien truc nen tang LibreOffice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20000" y="72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khong comment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dcterms:modified xsi:type="dcterms:W3CDTF">2026-10-05T21:58:54Z</dcterms:modified>
  <cp:revision>1</cp:revision>
  <dc:subject/>
  <dc:title/>
</cp:coreProperties>
</file>