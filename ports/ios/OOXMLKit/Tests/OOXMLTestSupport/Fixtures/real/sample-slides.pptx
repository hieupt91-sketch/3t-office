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5D78D-7349-48E0-99B5-29CC49869D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2E1F7-B11D-4179-B681-E456E92DBF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BFC72C-430B-41DF-88F7-8E9F197ADDFF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1260000"/>
            <a:ext cx="9072000" cy="11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VN Office 2026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2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Bộ ứng dụng văn phòng Việt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720000" y="1620000"/>
            <a:ext cx="2880000" cy="1440000"/>
          </a:xfrm>
          <a:prstGeom prst="rect">
            <a:avLst/>
          </a:prstGeom>
          <a:solidFill>
            <a:srgbClr val="4472C4"/>
          </a:solidFill>
          <a:ln w="0">
            <a:solidFill>
              <a:srgbClr val="2F5496"/>
            </a:solidFill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Khối kiến trúc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140000" y="1620000"/>
            <a:ext cx="5040000" cy="21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Kiến trúc nền tảng LibreOffice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