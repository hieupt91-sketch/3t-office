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Master" Target="slideMasters/slideMaster1.xml"/>
  <Relationship Id="rId3" Type="http://schemas.openxmlformats.org/officeDocument/2006/relationships/slide" Target="slides/slide1.xml"/>
  <Relationship Id="rId5" Type="http://schemas.openxmlformats.org/officeDocument/2006/relationships/presProps" Target="presProps.xml"/>
</Relationships>
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EA3B7F-5B3F-4C63-9F69-E81A4AD882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EC0D1448-4AB9-47C0-A4EF-4E8640283403}">
      <dgm:prSet phldrT="[Text]" phldr="1"/>
      <dgm:spPr/>
      <dgm:t>
        <a:bodyPr/>
        <a:lstStyle/>
        <a:p>
          <a:r>
            <a:t>Tiếp nhận hồ sơ</a:t>
          </a:r>
        </a:p>
      </dgm:t>
    </dgm:pt>
    <dgm:pt modelId="{DC243E65-4EEB-4F47-8E7B-A7CE3562F5CC}" type="parTrans" cxnId="{6FCE278B-249F-48EE-BA8F-6319372AE26D}">
      <dgm:prSet/>
      <dgm:spPr/>
      <dgm:t>
        <a:bodyPr/>
        <a:lstStyle/>
        <a:p>
          <a:endParaRPr lang="ru-RU"/>
        </a:p>
      </dgm:t>
    </dgm:pt>
    <dgm:pt modelId="{E0AB24AF-825A-442D-8A44-1B40A02E65C6}" type="sibTrans" cxnId="{6FCE278B-249F-48EE-BA8F-6319372AE26D}">
      <dgm:prSet/>
      <dgm:spPr/>
      <dgm:t>
        <a:bodyPr/>
        <a:lstStyle/>
        <a:p>
          <a:endParaRPr lang="ru-RU"/>
        </a:p>
      </dgm:t>
    </dgm:pt>
    <dgm:pt modelId="{4BB3DAE8-0D35-4C26-B00F-2F5FBE800636}">
      <dgm:prSet phldrT="[Text]" phldr="1"/>
      <dgm:spPr/>
      <dgm:t>
        <a:bodyPr/>
        <a:lstStyle/>
        <a:p>
          <a:r>
            <a:t>Thẩm định</a:t>
          </a:r>
        </a:p>
      </dgm:t>
    </dgm:pt>
    <dgm:pt modelId="{718E5682-9C02-475E-A3A8-7024AF892B14}" type="parTrans" cxnId="{1A7E4350-7203-4AB0-9195-B1F330B43175}">
      <dgm:prSet/>
      <dgm:spPr/>
      <dgm:t>
        <a:bodyPr/>
        <a:lstStyle/>
        <a:p>
          <a:endParaRPr lang="ru-RU"/>
        </a:p>
      </dgm:t>
    </dgm:pt>
    <dgm:pt modelId="{EB61443B-F1DD-4354-9909-2BCDA35E9B24}" type="sibTrans" cxnId="{1A7E4350-7203-4AB0-9195-B1F330B43175}">
      <dgm:prSet/>
      <dgm:spPr/>
      <dgm:t>
        <a:bodyPr/>
        <a:lstStyle/>
        <a:p>
          <a:endParaRPr lang="ru-RU"/>
        </a:p>
      </dgm:t>
    </dgm:pt>
    <dgm:pt modelId="{45312779-31C8-4B7E-86E5-0623F1579DAF}">
      <dgm:prSet phldrT="[Text]" phldr="1"/>
      <dgm:spPr/>
      <dgm:t>
        <a:bodyPr/>
        <a:lstStyle/>
        <a:p>
          <a:r>
            <a:t>Phê duyệt</a:t>
          </a:r>
        </a:p>
      </dgm:t>
    </dgm:pt>
    <dgm:pt modelId="{0FBC843C-2A44-472E-9932-F51F71AFA4A9}" type="parTrans" cxnId="{247503E4-D592-47DC-885F-C4F48EF5A200}">
      <dgm:prSet/>
      <dgm:spPr/>
      <dgm:t>
        <a:bodyPr/>
        <a:lstStyle/>
        <a:p>
          <a:endParaRPr lang="ru-RU"/>
        </a:p>
      </dgm:t>
    </dgm:pt>
    <dgm:pt modelId="{29C0E587-A253-421C-B153-ECC59FB1A9B4}" type="sibTrans" cxnId="{247503E4-D592-47DC-885F-C4F48EF5A200}">
      <dgm:prSet/>
      <dgm:spPr/>
      <dgm:t>
        <a:bodyPr/>
        <a:lstStyle/>
        <a:p>
          <a:endParaRPr lang="ru-RU"/>
        </a:p>
      </dgm:t>
    </dgm:pt>
    <dgm:pt modelId="{581E87DF-8895-4756-9A90-B78AFE93138A}">
      <dgm:prSet phldrT="[Text]" phldr="1"/>
      <dgm:spPr/>
      <dgm:t>
        <a:bodyPr/>
        <a:lstStyle/>
        <a:p>
          <a:r>
            <a:t>Lưu trữ</a:t>
          </a:r>
        </a:p>
      </dgm:t>
    </dgm:pt>
    <dgm:pt modelId="{76407D27-AC76-4B17-BCD7-2310C0E7CFA0}" type="parTrans" cxnId="{159A13FF-8909-4759-95EC-27D5C28E08B7}">
      <dgm:prSet/>
      <dgm:spPr/>
      <dgm:t>
        <a:bodyPr/>
        <a:lstStyle/>
        <a:p>
          <a:endParaRPr lang="ru-RU"/>
        </a:p>
      </dgm:t>
    </dgm:pt>
    <dgm:pt modelId="{D3B95B80-966F-4F3F-915B-1631AAA9734F}" type="sibTrans" cxnId="{159A13FF-8909-4759-95EC-27D5C28E08B7}">
      <dgm:prSet/>
      <dgm:spPr/>
      <dgm:t>
        <a:bodyPr/>
        <a:lstStyle/>
        <a:p>
          <a:endParaRPr lang="ru-RU"/>
        </a:p>
      </dgm:t>
    </dgm:pt>
    <dgm:pt modelId="{B6892F9D-F666-456D-A4A6-2293F5DE4029}">
      <dgm:prSet phldrT="[Text]" phldr="1"/>
      <dgm:spPr/>
      <dgm:t>
        <a:bodyPr/>
        <a:lstStyle/>
        <a:p>
          <a:r>
            <a:t>Bàn giao</a:t>
          </a:r>
        </a:p>
      </dgm:t>
    </dgm:pt>
    <dgm:pt modelId="{F4446A77-ABE7-4841-B025-3D584FCAB351}" type="parTrans" cxnId="{940BD169-2050-412B-BB1E-E76AFBEDAF57}">
      <dgm:prSet/>
      <dgm:spPr/>
      <dgm:t>
        <a:bodyPr/>
        <a:lstStyle/>
        <a:p>
          <a:endParaRPr lang="ru-RU"/>
        </a:p>
      </dgm:t>
    </dgm:pt>
    <dgm:pt modelId="{ECE89755-FF29-4565-9B42-ABAFB28C1654}" type="sibTrans" cxnId="{940BD169-2050-412B-BB1E-E76AFBEDAF57}">
      <dgm:prSet/>
      <dgm:spPr/>
      <dgm:t>
        <a:bodyPr/>
        <a:lstStyle/>
        <a:p>
          <a:endParaRPr lang="ru-RU"/>
        </a:p>
      </dgm:t>
    </dgm:pt>
    <dgm:pt modelId="{322232EF-609C-41C9-9A04-F309377185A9}" type="pres">
      <dgm:prSet presAssocID="{A7EA3B7F-5B3F-4C63-9F69-E81A4AD882F8}" presName="diagram" presStyleCnt="0">
        <dgm:presLayoutVars>
          <dgm:dir/>
          <dgm:resizeHandles val="exact"/>
        </dgm:presLayoutVars>
      </dgm:prSet>
      <dgm:spPr/>
    </dgm:pt>
    <dgm:pt modelId="{6B75AEA0-469E-42BA-9B81-3A0807E17FCA}" type="pres">
      <dgm:prSet presAssocID="{EC0D1448-4AB9-47C0-A4EF-4E8640283403}" presName="node" presStyleLbl="node1" presStyleIdx="0" presStyleCnt="5">
        <dgm:presLayoutVars>
          <dgm:bulletEnabled val="1"/>
        </dgm:presLayoutVars>
      </dgm:prSet>
      <dgm:spPr/>
    </dgm:pt>
    <dgm:pt modelId="{7BC3D63C-6A97-4B31-9140-8965EA7FE876}" type="pres">
      <dgm:prSet presAssocID="{E0AB24AF-825A-442D-8A44-1B40A02E65C6}" presName="sibTrans" presStyleCnt="0"/>
      <dgm:spPr/>
    </dgm:pt>
    <dgm:pt modelId="{67DE23D1-6CE4-4C42-B459-2037144F8DE7}" type="pres">
      <dgm:prSet presAssocID="{4BB3DAE8-0D35-4C26-B00F-2F5FBE800636}" presName="node" presStyleLbl="node1" presStyleIdx="1" presStyleCnt="5">
        <dgm:presLayoutVars>
          <dgm:bulletEnabled val="1"/>
        </dgm:presLayoutVars>
      </dgm:prSet>
      <dgm:spPr/>
    </dgm:pt>
    <dgm:pt modelId="{13184003-5DEB-4276-ADDE-8D5456A6A999}" type="pres">
      <dgm:prSet presAssocID="{EB61443B-F1DD-4354-9909-2BCDA35E9B24}" presName="sibTrans" presStyleCnt="0"/>
      <dgm:spPr/>
    </dgm:pt>
    <dgm:pt modelId="{5FE89F9D-3D8B-44E8-9C8D-39007D819871}" type="pres">
      <dgm:prSet presAssocID="{45312779-31C8-4B7E-86E5-0623F1579DAF}" presName="node" presStyleLbl="node1" presStyleIdx="2" presStyleCnt="5">
        <dgm:presLayoutVars>
          <dgm:bulletEnabled val="1"/>
        </dgm:presLayoutVars>
      </dgm:prSet>
      <dgm:spPr/>
    </dgm:pt>
    <dgm:pt modelId="{8E10F741-FDBF-41DD-BA2D-F1694C6DBB0E}" type="pres">
      <dgm:prSet presAssocID="{29C0E587-A253-421C-B153-ECC59FB1A9B4}" presName="sibTrans" presStyleCnt="0"/>
      <dgm:spPr/>
    </dgm:pt>
    <dgm:pt modelId="{4B3F0173-53AD-4E7C-A583-C6E084852256}" type="pres">
      <dgm:prSet presAssocID="{581E87DF-8895-4756-9A90-B78AFE93138A}" presName="node" presStyleLbl="node1" presStyleIdx="3" presStyleCnt="5">
        <dgm:presLayoutVars>
          <dgm:bulletEnabled val="1"/>
        </dgm:presLayoutVars>
      </dgm:prSet>
      <dgm:spPr/>
    </dgm:pt>
    <dgm:pt modelId="{AB6F07E8-A70F-4203-94E1-6059E090B093}" type="pres">
      <dgm:prSet presAssocID="{D3B95B80-966F-4F3F-915B-1631AAA9734F}" presName="sibTrans" presStyleCnt="0"/>
      <dgm:spPr/>
    </dgm:pt>
    <dgm:pt modelId="{B2C0AC72-CE0D-41E8-8E4E-EB1B9DAEAD34}" type="pres">
      <dgm:prSet presAssocID="{B6892F9D-F666-456D-A4A6-2293F5DE4029}" presName="node" presStyleLbl="node1" presStyleIdx="4" presStyleCnt="5">
        <dgm:presLayoutVars>
          <dgm:bulletEnabled val="1"/>
        </dgm:presLayoutVars>
      </dgm:prSet>
      <dgm:spPr/>
    </dgm:pt>
  </dgm:ptLst>
  <dgm:cxnLst>
    <dgm:cxn modelId="{940BD169-2050-412B-BB1E-E76AFBEDAF57}" srcId="{A7EA3B7F-5B3F-4C63-9F69-E81A4AD882F8}" destId="{B6892F9D-F666-456D-A4A6-2293F5DE4029}" srcOrd="4" destOrd="0" parTransId="{F4446A77-ABE7-4841-B025-3D584FCAB351}" sibTransId="{ECE89755-FF29-4565-9B42-ABAFB28C1654}"/>
    <dgm:cxn modelId="{1A7E4350-7203-4AB0-9195-B1F330B43175}" srcId="{A7EA3B7F-5B3F-4C63-9F69-E81A4AD882F8}" destId="{4BB3DAE8-0D35-4C26-B00F-2F5FBE800636}" srcOrd="1" destOrd="0" parTransId="{718E5682-9C02-475E-A3A8-7024AF892B14}" sibTransId="{EB61443B-F1DD-4354-9909-2BCDA35E9B24}"/>
    <dgm:cxn modelId="{3B581552-B5CF-4DD0-B0CB-315132719C31}" type="presOf" srcId="{B6892F9D-F666-456D-A4A6-2293F5DE4029}" destId="{B2C0AC72-CE0D-41E8-8E4E-EB1B9DAEAD34}" srcOrd="0" destOrd="0" presId="urn:microsoft.com/office/officeart/2005/8/layout/default"/>
    <dgm:cxn modelId="{6FCE278B-249F-48EE-BA8F-6319372AE26D}" srcId="{A7EA3B7F-5B3F-4C63-9F69-E81A4AD882F8}" destId="{EC0D1448-4AB9-47C0-A4EF-4E8640283403}" srcOrd="0" destOrd="0" parTransId="{DC243E65-4EEB-4F47-8E7B-A7CE3562F5CC}" sibTransId="{E0AB24AF-825A-442D-8A44-1B40A02E65C6}"/>
    <dgm:cxn modelId="{7056F89F-E298-4382-A999-5838B0871EAA}" type="presOf" srcId="{EC0D1448-4AB9-47C0-A4EF-4E8640283403}" destId="{6B75AEA0-469E-42BA-9B81-3A0807E17FCA}" srcOrd="0" destOrd="0" presId="urn:microsoft.com/office/officeart/2005/8/layout/default"/>
    <dgm:cxn modelId="{4C4BE4A5-39C6-43A1-BF07-E0EB6BC4E2D3}" type="presOf" srcId="{581E87DF-8895-4756-9A90-B78AFE93138A}" destId="{4B3F0173-53AD-4E7C-A583-C6E084852256}" srcOrd="0" destOrd="0" presId="urn:microsoft.com/office/officeart/2005/8/layout/default"/>
    <dgm:cxn modelId="{449589BA-EACD-4536-821A-FE34966BAEAC}" type="presOf" srcId="{4BB3DAE8-0D35-4C26-B00F-2F5FBE800636}" destId="{67DE23D1-6CE4-4C42-B459-2037144F8DE7}" srcOrd="0" destOrd="0" presId="urn:microsoft.com/office/officeart/2005/8/layout/default"/>
    <dgm:cxn modelId="{AD3C5CBF-C1D6-4511-9178-732C499C8275}" type="presOf" srcId="{A7EA3B7F-5B3F-4C63-9F69-E81A4AD882F8}" destId="{322232EF-609C-41C9-9A04-F309377185A9}" srcOrd="0" destOrd="0" presId="urn:microsoft.com/office/officeart/2005/8/layout/default"/>
    <dgm:cxn modelId="{7A9C4AC4-9B4A-4C96-A75F-C6FE1DA720F0}" type="presOf" srcId="{45312779-31C8-4B7E-86E5-0623F1579DAF}" destId="{5FE89F9D-3D8B-44E8-9C8D-39007D819871}" srcOrd="0" destOrd="0" presId="urn:microsoft.com/office/officeart/2005/8/layout/default"/>
    <dgm:cxn modelId="{247503E4-D592-47DC-885F-C4F48EF5A200}" srcId="{A7EA3B7F-5B3F-4C63-9F69-E81A4AD882F8}" destId="{45312779-31C8-4B7E-86E5-0623F1579DAF}" srcOrd="2" destOrd="0" parTransId="{0FBC843C-2A44-472E-9932-F51F71AFA4A9}" sibTransId="{29C0E587-A253-421C-B153-ECC59FB1A9B4}"/>
    <dgm:cxn modelId="{159A13FF-8909-4759-95EC-27D5C28E08B7}" srcId="{A7EA3B7F-5B3F-4C63-9F69-E81A4AD882F8}" destId="{581E87DF-8895-4756-9A90-B78AFE93138A}" srcOrd="3" destOrd="0" parTransId="{76407D27-AC76-4B17-BCD7-2310C0E7CFA0}" sibTransId="{D3B95B80-966F-4F3F-915B-1631AAA9734F}"/>
    <dgm:cxn modelId="{7F635392-0615-4AB4-8449-329A94F57652}" type="presParOf" srcId="{322232EF-609C-41C9-9A04-F309377185A9}" destId="{6B75AEA0-469E-42BA-9B81-3A0807E17FCA}" srcOrd="0" destOrd="0" presId="urn:microsoft.com/office/officeart/2005/8/layout/default"/>
    <dgm:cxn modelId="{4E05FBD5-31E4-422F-9FBC-DE6279E092F4}" type="presParOf" srcId="{322232EF-609C-41C9-9A04-F309377185A9}" destId="{7BC3D63C-6A97-4B31-9140-8965EA7FE876}" srcOrd="1" destOrd="0" presId="urn:microsoft.com/office/officeart/2005/8/layout/default"/>
    <dgm:cxn modelId="{9998D2FB-30FA-45EC-BCF1-89EA92BF15E7}" type="presParOf" srcId="{322232EF-609C-41C9-9A04-F309377185A9}" destId="{67DE23D1-6CE4-4C42-B459-2037144F8DE7}" srcOrd="2" destOrd="0" presId="urn:microsoft.com/office/officeart/2005/8/layout/default"/>
    <dgm:cxn modelId="{8A74A9C7-C09A-4DD3-A8EF-67E1782FE058}" type="presParOf" srcId="{322232EF-609C-41C9-9A04-F309377185A9}" destId="{13184003-5DEB-4276-ADDE-8D5456A6A999}" srcOrd="3" destOrd="0" presId="urn:microsoft.com/office/officeart/2005/8/layout/default"/>
    <dgm:cxn modelId="{624F8F7A-366F-41BC-BC16-D4BCD9A1C745}" type="presParOf" srcId="{322232EF-609C-41C9-9A04-F309377185A9}" destId="{5FE89F9D-3D8B-44E8-9C8D-39007D819871}" srcOrd="4" destOrd="0" presId="urn:microsoft.com/office/officeart/2005/8/layout/default"/>
    <dgm:cxn modelId="{6EE5CE22-BD1A-45C2-A5C3-0E3DB5471623}" type="presParOf" srcId="{322232EF-609C-41C9-9A04-F309377185A9}" destId="{8E10F741-FDBF-41DD-BA2D-F1694C6DBB0E}" srcOrd="5" destOrd="0" presId="urn:microsoft.com/office/officeart/2005/8/layout/default"/>
    <dgm:cxn modelId="{A7303DAD-D2C7-43D7-BFB7-A3F26AF0A25E}" type="presParOf" srcId="{322232EF-609C-41C9-9A04-F309377185A9}" destId="{4B3F0173-53AD-4E7C-A583-C6E084852256}" srcOrd="6" destOrd="0" presId="urn:microsoft.com/office/officeart/2005/8/layout/default"/>
    <dgm:cxn modelId="{8986F075-ABDA-48B2-B5CA-4DFCA8FF3FE6}" type="presParOf" srcId="{322232EF-609C-41C9-9A04-F309377185A9}" destId="{AB6F07E8-A70F-4203-94E1-6059E090B093}" srcOrd="7" destOrd="0" presId="urn:microsoft.com/office/officeart/2005/8/layout/default"/>
    <dgm:cxn modelId="{D6382AD0-8A0D-4055-94DD-F1D527A37A3E}" type="presParOf" srcId="{322232EF-609C-41C9-9A04-F309377185A9}" destId="{B2C0AC72-CE0D-41E8-8E4E-EB1B9DAEAD3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5AEA0-469E-42BA-9B81-3A0807E17FCA}">
      <dsp:nvSpPr>
        <dsp:cNvPr id="0" name=""/>
        <dsp:cNvSpPr/>
      </dsp:nvSpPr>
      <dsp:spPr>
        <a:xfrm>
          <a:off x="610989" y="1323"/>
          <a:ext cx="1353344" cy="812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/>
            <a:t>Tiếp nhận hồ sơ</a:t>
          </a:r>
          <a:endParaRPr lang="ru-RU" sz="6500" kern="1200"/>
        </a:p>
      </dsp:txBody>
      <dsp:txXfrm>
        <a:off x="610989" y="1323"/>
        <a:ext cx="1353344" cy="812006"/>
      </dsp:txXfrm>
    </dsp:sp>
    <dsp:sp modelId="{67DE23D1-6CE4-4C42-B459-2037144F8DE7}">
      <dsp:nvSpPr>
        <dsp:cNvPr id="0" name=""/>
        <dsp:cNvSpPr/>
      </dsp:nvSpPr>
      <dsp:spPr>
        <a:xfrm>
          <a:off x="2099667" y="1323"/>
          <a:ext cx="1353344" cy="812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/>
            <a:t>Thẩm định</a:t>
          </a:r>
          <a:endParaRPr lang="ru-RU" sz="6500" kern="1200"/>
        </a:p>
      </dsp:txBody>
      <dsp:txXfrm>
        <a:off x="2099667" y="1323"/>
        <a:ext cx="1353344" cy="812006"/>
      </dsp:txXfrm>
    </dsp:sp>
    <dsp:sp modelId="{5FE89F9D-3D8B-44E8-9C8D-39007D819871}">
      <dsp:nvSpPr>
        <dsp:cNvPr id="0" name=""/>
        <dsp:cNvSpPr/>
      </dsp:nvSpPr>
      <dsp:spPr>
        <a:xfrm>
          <a:off x="610989" y="948664"/>
          <a:ext cx="1353344" cy="812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/>
            <a:t>Phê duyệt</a:t>
          </a:r>
          <a:endParaRPr lang="ru-RU" sz="6500" kern="1200"/>
        </a:p>
      </dsp:txBody>
      <dsp:txXfrm>
        <a:off x="610989" y="948664"/>
        <a:ext cx="1353344" cy="812006"/>
      </dsp:txXfrm>
    </dsp:sp>
    <dsp:sp modelId="{4B3F0173-53AD-4E7C-A583-C6E084852256}">
      <dsp:nvSpPr>
        <dsp:cNvPr id="0" name=""/>
        <dsp:cNvSpPr/>
      </dsp:nvSpPr>
      <dsp:spPr>
        <a:xfrm>
          <a:off x="2099667" y="948664"/>
          <a:ext cx="1353344" cy="812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/>
            <a:t>Lưu trữ</a:t>
          </a:r>
          <a:endParaRPr lang="ru-RU" sz="6500" kern="1200"/>
        </a:p>
      </dsp:txBody>
      <dsp:txXfrm>
        <a:off x="2099667" y="948664"/>
        <a:ext cx="1353344" cy="812006"/>
      </dsp:txXfrm>
    </dsp:sp>
    <dsp:sp modelId="{B2C0AC72-CE0D-41E8-8E4E-EB1B9DAEAD34}">
      <dsp:nvSpPr>
        <dsp:cNvPr id="0" name=""/>
        <dsp:cNvSpPr/>
      </dsp:nvSpPr>
      <dsp:spPr>
        <a:xfrm>
          <a:off x="1355328" y="1896004"/>
          <a:ext cx="1353344" cy="812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/>
            <a:t>Bàn giao</a:t>
          </a:r>
          <a:endParaRPr lang="ru-RU" sz="6500" kern="1200"/>
        </a:p>
      </dsp:txBody>
      <dsp:txXfrm>
        <a:off x="1355328" y="1896004"/>
        <a:ext cx="1353344" cy="812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5D78D-7349-48E0-99B5-29CC49869D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BFC72C-430B-41DF-88F7-8E9F197ADDFF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diagramData" Target="../diagrams/data1.xml"/>
  <Relationship Id="rId3" Type="http://schemas.openxmlformats.org/officeDocument/2006/relationships/diagramLayout" Target="../diagrams/layout1.xml"/>
  <Relationship Id="rId4" Type="http://schemas.openxmlformats.org/officeDocument/2006/relationships/diagramQuickStyle" Target="../diagrams/quickStyle1.xml"/>
  <Relationship Id="rId5" Type="http://schemas.openxmlformats.org/officeDocument/2006/relationships/diagramColors" Target="../diagrams/colors1.xml"/>
  <Relationship Id="rId6" Type="http://schemas.microsoft.com/office/2007/relationships/diagramDrawing" Target="../diagrams/drawing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2800" b="1"/>
              <a:t>Quy trình xử lý hồ sơ</a:t>
            </a:r>
          </a:p>
        </p:txBody>
      </p:sp>
      <p:graphicFrame>
        <p:nvGraphicFramePr>
          <p:cNvPr id="4" name="QuyTrinhHoSo"/>
          <p:cNvGraphicFramePr>
            <a:graphicFrameLocks noGrp="1"/>
          </p:cNvGraphicFramePr>
          <p:nvPr/>
        </p:nvGraphicFramePr>
        <p:xfrm>
          <a:off x="838200" y="1371600"/>
          <a:ext cx="82296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VN Office fixture packer</Application>
  <Slides>1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xử lý hồ sơ</dc:title>
  <dc:creator>VN Office fixture</dc:creator>
</cp:coreProperties>
</file>