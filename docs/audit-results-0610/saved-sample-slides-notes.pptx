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907FA5C-002D-4663-815F-7EEA54CF9EAB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ldImg"/>
          </p:nvPr>
        </p:nvSpPr>
        <p:spPr>
          <a:xfrm>
            <a:off x="756000" y="756000"/>
            <a:ext cx="6048000" cy="3402000"/>
          </a:xfrm>
          <a:prstGeom prst="rect">
            <a:avLst/>
          </a:prstGeom>
          <a:ln w="0">
            <a:noFill/>
          </a:ln>
        </p:spPr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56000" y="4572000"/>
            <a:ext cx="6048000" cy="460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Nhấn mạnh số liệu quý 4: Đã đạt &amp; vượt 120% kế hoạch đề ra!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Cần lưu ý: Tỷ giá ngoại tệ không được đọc trước khán giả.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sldImg"/>
          </p:nvPr>
        </p:nvSpPr>
        <p:spPr>
          <a:xfrm>
            <a:off x="756000" y="756000"/>
            <a:ext cx="6048000" cy="3402000"/>
          </a:xfrm>
          <a:prstGeom prst="rect">
            <a:avLst/>
          </a:prstGeom>
          <a:ln w="0">
            <a:noFill/>
          </a:ln>
        </p:spPr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56000" y="4572000"/>
            <a:ext cx="6048000" cy="460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Gợi ý chuyển slide: dừng 5 giây tại sơ đồ kiến trúc.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22D99B-544F-4297-A9CA-426AAE5DF1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710D7-5EAB-4EA9-B684-10A07FC711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B0ADEC1-BB64-4C63-9297-2E82F55E462E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720" y="723960"/>
            <a:ext cx="9067680" cy="107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1"/>
              </a:rPr>
              <a:t>Báo cáo đề án VN Office 2026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720" y="1981080"/>
            <a:ext cx="9067680" cy="287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1"/>
              </a:rPr>
              <a:t>Kiến trúc nền tảng LibreOffice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1"/>
              </a:rPr>
              <a:t>Tương thích định dạng PPTX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720" y="403920"/>
            <a:ext cx="9067680" cy="171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1"/>
              </a:rPr>
              <a:t>Slide không có ghi chú thuyết trình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720" y="1981080"/>
            <a:ext cx="9067680" cy="287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1"/>
              </a:rPr>
              <a:t>Nội dung công khai trên canvas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720" y="723960"/>
            <a:ext cx="9067680" cy="107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1"/>
              </a:rPr>
              <a:t>Lộ trình triển khai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LibreOffice/26.2.6.3$Windows_X86_64 LibreOffice_project/8221e31b3ac356a1623c672912a3d2b492f7e3d1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en-GB</dc:language>
  <cp:lastModifiedBy/>
  <cp:revision>0</cp:revision>
  <dc:subject/>
  <dc:title/>
</cp:coreProperties>
</file>