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908828-0CC4-4898-B707-D9584E1390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35FD32-FE16-4CCE-9B00-C7C8D56B1F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8C9228F-3741-410F-810C-C34A6BB4F048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720" y="1257480"/>
            <a:ext cx="9067680" cy="11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VN Office 2026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720" y="2590920"/>
            <a:ext cx="9067680" cy="107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Bộ ứng dụng văn phòng Việt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791213212795"/>
          <p:cNvSpPr/>
          <p:nvPr/>
        </p:nvSpPr>
        <p:spPr>
          <a:xfrm>
            <a:off x="723960" y="1619280"/>
            <a:ext cx="2876400" cy="1438200"/>
          </a:xfrm>
          <a:prstGeom prst="rect">
            <a:avLst/>
          </a:prstGeom>
          <a:solidFill>
            <a:srgbClr val="4472C4"/>
          </a:solidFill>
          <a:ln w="9360">
            <a:solidFill>
              <a:srgbClr val="2F5496"/>
            </a:solidFill>
            <a:round/>
          </a:ln>
        </p:spPr>
        <p:txBody>
          <a:bodyPr lIns="90000" tIns="45000" rIns="90000" bIns="45000" anchor="t">
            <a:noAutofit/>
          </a:bodyPr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Arial1"/>
              </a:rPr>
              <a:t>Khối kiến trúc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4143240" y="1619280"/>
            <a:ext cx="5038560" cy="21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Kiến trúc nền tảng LibreOffice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LibreOffice/26.2.6.3$Windows_X86_64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cp:revision>0</cp:revision>
  <dc:subject/>
  <dc:title/>
</cp:coreProperties>
</file>