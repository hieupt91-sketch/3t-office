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DAA4987-0F6D-4945-B377-BDF1657A5772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Img"/>
          </p:nvPr>
        </p:nvSpPr>
        <p:spPr>
          <a:xfrm>
            <a:off x="756000" y="756000"/>
            <a:ext cx="6048000" cy="3402000"/>
          </a:xfrm>
          <a:prstGeom prst="rect">
            <a:avLst/>
          </a:prstGeom>
          <a:ln w="0">
            <a:noFill/>
          </a:ln>
        </p:spPr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56000" y="4572000"/>
            <a:ext cx="6048000" cy="460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Ghi chu kiem thu CDP Slide UI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AEF332-DD58-419B-9FA0-9BBC0F62BE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295AAD-7DA0-4AF3-A38D-C37691EFC7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A0CD230-3570-4F3A-B0D9-1B3CF41954EA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70840" y="870840"/>
            <a:ext cx="10450440" cy="130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1" u="none" strike="noStrike">
              <a:solidFill>
                <a:srgbClr val="1E3A8A"/>
              </a:solidFill>
              <a:effectLst/>
              <a:uFillTx/>
              <a:latin typeface="Inter;Segoe UI;sans-serif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870840" y="2394720"/>
            <a:ext cx="10450440" cy="47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334155"/>
              </a:solidFill>
              <a:effectLst/>
              <a:uFillTx/>
              <a:latin typeface="Inter;Segoe UI;sans-serif"/>
            </a:endParaRPr>
          </a:p>
        </p:txBody>
      </p:sp>
      <p:graphicFrame>
        <p:nvGraphicFramePr>
          <p:cNvPr id="17" name="1791232681143"/>
          <p:cNvGraphicFramePr/>
          <p:nvPr/>
        </p:nvGraphicFramePr>
        <p:xfrm>
          <a:off x="1015920" y="2031840"/>
          <a:ext cx="5334120" cy="1523880"/>
        </p:xfrm>
        <a:graphic>
          <a:graphicData uri="http://schemas.openxmlformats.org/drawingml/2006/table">
            <a:tbl>
              <a:tblPr/>
              <a:tblGrid>
                <a:gridCol w="1778040"/>
                <a:gridCol w="1778040"/>
                <a:gridCol w="1778040"/>
              </a:tblGrid>
              <a:tr h="507960">
                <a:tc>
                  <a:txBody>
                    <a:bodyPr lIns="90000" tIns="45000" rIns="90000" bIns="45000"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507960">
                <a:tc>
                  <a:txBody>
                    <a:bodyPr lIns="90000" tIns="45000" rIns="90000" bIns="45000"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507960">
                <a:tc>
                  <a:txBody>
                    <a:bodyPr lIns="90000" tIns="45000" rIns="90000" bIns="45000"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sp>
        <p:nvSpPr>
          <p:cNvPr id="18" name="1791232691676"/>
          <p:cNvSpPr/>
          <p:nvPr/>
        </p:nvSpPr>
        <p:spPr>
          <a:xfrm>
            <a:off x="2590920" y="2362320"/>
            <a:ext cx="2540160" cy="15238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1791232692263"/>
          <p:cNvSpPr/>
          <p:nvPr/>
        </p:nvSpPr>
        <p:spPr>
          <a:xfrm>
            <a:off x="2895480" y="2666880"/>
            <a:ext cx="2540160" cy="15238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70840" y="870840"/>
            <a:ext cx="10450440" cy="130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1" u="none" strike="noStrike">
              <a:solidFill>
                <a:srgbClr val="1E3A8A"/>
              </a:solidFill>
              <a:effectLst/>
              <a:uFillTx/>
              <a:latin typeface="Inter;Segoe UI;sans-serif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870840" y="2394720"/>
            <a:ext cx="10450440" cy="47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334155"/>
              </a:solidFill>
              <a:effectLst/>
              <a:uFillTx/>
              <a:latin typeface="Inter;Segoe UI;sans-serif"/>
            </a:endParaRPr>
          </a:p>
        </p:txBody>
      </p:sp>
      <p:sp>
        <p:nvSpPr>
          <p:cNvPr id="22" name="1791232663999"/>
          <p:cNvSpPr txBox="1"/>
          <p:nvPr/>
        </p:nvSpPr>
        <p:spPr>
          <a:xfrm>
            <a:off x="1015920" y="1015920"/>
            <a:ext cx="3048120" cy="76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3T Slide UI CDP Test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1791232664713"/>
          <p:cNvSpPr/>
          <p:nvPr/>
        </p:nvSpPr>
        <p:spPr>
          <a:xfrm>
            <a:off x="2793960" y="2336760"/>
            <a:ext cx="3301920" cy="203184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1791232674643"/>
          <p:cNvSpPr txBox="1"/>
          <p:nvPr/>
        </p:nvSpPr>
        <p:spPr>
          <a:xfrm>
            <a:off x="1625760" y="1625760"/>
            <a:ext cx="3048120" cy="76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LibreOffice/26.2.6.3$Windows_X86_64 LibreOffice_project/8221e31b3ac356a1623c672912a3d2b492f7e3d1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cp:revision>0</cp:revision>
  <dc:subject/>
  <dc:title/>
</cp:coreProperties>
</file>