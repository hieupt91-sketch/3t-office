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4ED0CFD-8FA4-4CEE-B1E5-DE28B4C37F47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ldImg"/>
          </p:nvPr>
        </p:nvSpPr>
        <p:spPr>
          <a:xfrm>
            <a:off x="756000" y="756000"/>
            <a:ext cx="6048000" cy="3402000"/>
          </a:xfrm>
          <a:prstGeom prst="rect">
            <a:avLst/>
          </a:prstGeom>
          <a:ln w="0">
            <a:noFill/>
          </a:ln>
        </p:spPr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56000" y="4572000"/>
            <a:ext cx="6048000" cy="460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Ghi chú diễn giả cho buổi kiểm thử 3T Slide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E541E0-ACE9-48A6-8FF9-A486922302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34DBCF-3ED9-41FC-BC81-E6A9B36A0A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CB0EECE-D39E-4588-B028-91C29FE25D54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VNOfficeMasterLogo"/>
          <p:cNvSpPr>
            <a:spLocks noGrp="1"/>
          </p:cNvSpPr>
          <p:nvPr/>
        </p:nvSpPr>
        <p:spPr>
          <a:xfrm>
            <a:off x="216000" y="36000"/>
            <a:ext cx="5760000" cy="172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1200" b="1">
                <a:solidFill>
                  <a:srgbClr val="B53818"/>
                </a:solidFill>
                <a:latin typeface="Times New Roman"/>
              </a:rPr>
              <a:t>3T OFFICE • SÁNG TẠO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70840" y="870840"/>
            <a:ext cx="10450440" cy="130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en-GB" sz="3200" b="1" u="none" strike="noStrike">
                <a:solidFill>
                  <a:srgbClr val="991B1B"/>
                </a:solidFill>
                <a:effectLst/>
                <a:uFillTx/>
                <a:latin typeface="Times New Roman"/>
              </a:rPr>
              <a:t>Slide B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870840" y="2394720"/>
            <a:ext cx="5007600" cy="47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1F2937"/>
              </a:solidFill>
              <a:effectLst/>
              <a:uFillTx/>
              <a:latin typeface="Times New Roman;serif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313680" y="2394720"/>
            <a:ext cx="5007600" cy="47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1F2937"/>
              </a:solidFill>
              <a:effectLst/>
              <a:uFillTx/>
              <a:latin typeface="Times New Roman;serif"/>
            </a:endParaRPr>
          </a:p>
        </p:txBody>
      </p:sp>
      <p:sp>
        <p:nvSpPr>
          <p:cNvPr id="18" name="1791213146048"/>
          <p:cNvSpPr txBox="1"/>
          <p:nvPr/>
        </p:nvSpPr>
        <p:spPr>
          <a:xfrm>
            <a:off x="1015920" y="1015920"/>
            <a:ext cx="3048120" cy="76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1791213145970"/>
          <p:cNvPicPr/>
          <p:nvPr/>
        </p:nvPicPr>
        <p:blipFill>
          <a:blip r:embed="rId1"/>
          <a:stretch/>
        </p:blipFill>
        <p:spPr>
          <a:xfrm>
            <a:off x="1574640" y="1574640"/>
            <a:ext cx="3556080" cy="228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8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70840" y="870840"/>
            <a:ext cx="10450440" cy="130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r>
              <a:rPr lang="en-GB" sz="3200" b="1" u="none" strike="noStrike">
                <a:solidFill>
                  <a:srgbClr val="991B1B"/>
                </a:solidFill>
                <a:effectLst/>
                <a:uFillTx/>
                <a:latin typeface="Times New Roman"/>
              </a:rPr>
              <a:t>Slide A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870840" y="2394720"/>
            <a:ext cx="10450440" cy="47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1F2937"/>
              </a:solidFill>
              <a:effectLst/>
              <a:uFillTx/>
              <a:latin typeface="Times New Roman;serif"/>
            </a:endParaRPr>
          </a:p>
        </p:txBody>
      </p:sp>
    </p:spTree>
  </p:cSld>
  <mc:AlternateContent>
    <mc:Choice Requires="p14">
      <p:transition spd="med" p14:dur="8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LibreOffice/26.2.6.3$Windows_X86_64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cp:revision>0</cp:revision>
  <dc:subject/>
  <dc:title/>
</cp:coreProperties>
</file>