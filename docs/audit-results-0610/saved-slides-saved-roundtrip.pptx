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9144000" cy="514332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230CDC2-1C04-41C6-96DD-187B91E5E779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Img"/>
          </p:nvPr>
        </p:nvSpPr>
        <p:spPr>
          <a:xfrm>
            <a:off x="756000" y="756000"/>
            <a:ext cx="6048000" cy="3402000"/>
          </a:xfrm>
          <a:prstGeom prst="rect">
            <a:avLst/>
          </a:prstGeom>
          <a:ln w="0">
            <a:noFill/>
          </a:ln>
        </p:spPr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56000" y="4572000"/>
            <a:ext cx="6048000" cy="460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Giới thiệu tổng quan về bộ ứng dụng VN Office, nhấn mạnh tính độc lập công nghệ và bảo mật dữ liệu theo tiêu chuẩn quốc gia.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ldImg"/>
          </p:nvPr>
        </p:nvSpPr>
        <p:spPr>
          <a:xfrm>
            <a:off x="756000" y="756000"/>
            <a:ext cx="6048000" cy="3402000"/>
          </a:xfrm>
          <a:prstGeom prst="rect">
            <a:avLst/>
          </a:prstGeom>
          <a:ln w="0">
            <a:noFill/>
          </a:ln>
        </p:spPr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56000" y="4572000"/>
            <a:ext cx="6048000" cy="460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Làm rõ vai trò của UNO Bridge kết nối giữa tầng giao diện web và tầng lõi LibreOffice C++ headless mà không phát sinh chi phí bản quyền.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ldImg"/>
          </p:nvPr>
        </p:nvSpPr>
        <p:spPr>
          <a:xfrm>
            <a:off x="756000" y="756000"/>
            <a:ext cx="6048000" cy="3402000"/>
          </a:xfrm>
          <a:prstGeom prst="rect">
            <a:avLst/>
          </a:prstGeom>
          <a:ln w="0">
            <a:noFill/>
          </a:ln>
        </p:spPr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56000" y="4572000"/>
            <a:ext cx="6048000" cy="460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Nhấn mạnh khả năng tương thích định dạng DOCX/XLSX/PPTX và tuân thủ Nghị định 30/2020/NĐ-CP về thể thức văn bản hành chính.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CB0B24-D931-4AE8-9432-DDE642833C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F3B952-207A-4326-B032-F83F4C1396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ADA08D9-DE65-40E5-8AB0-6B6400887FD8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-rect-30"/>
          <p:cNvSpPr/>
          <p:nvPr/>
        </p:nvSpPr>
        <p:spPr>
          <a:xfrm rot="1800000">
            <a:off x="666720" y="1581120"/>
            <a:ext cx="2095560" cy="133344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Arial1"/>
              </a:rPr>
              <a:t>Chữ nhật 30°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-ellipse-90"/>
          <p:cNvSpPr/>
          <p:nvPr/>
        </p:nvSpPr>
        <p:spPr>
          <a:xfrm rot="5400000">
            <a:off x="2286000" y="1142640"/>
            <a:ext cx="1714680" cy="171468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Elip 90°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-textbox-135"/>
          <p:cNvSpPr/>
          <p:nvPr/>
        </p:nvSpPr>
        <p:spPr>
          <a:xfrm rot="8100000">
            <a:off x="4352400" y="1257120"/>
            <a:ext cx="2095560" cy="95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Hộp văn bản 135°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57360" y="280080"/>
            <a:ext cx="7839000" cy="171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VN OFFICE — BỘ ỨNG DỤNG VĂN PHÒNG VIỆT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57360" y="1800360"/>
            <a:ext cx="7839000" cy="359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• Giải pháp công nghệ độc lập, bảo mật và chuẩn mực quốc gia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• Tận dụng sức mạnh xử lý tài liệu vượt trội từ LibreOffice Core Engine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• Giao diện thuần Việt, hiện đại, quen thuộc và thân thiện với người dùng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fill="hold" nodeType="click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 from="0" to="1">
                                <p:cBhvr additive="repl">
                                  <p:cTn id="6" dur="600" fill="hold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presetID="2" presetClass="entr" fill="hold" nodeType="clickEffect" presetSubtype="4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0" dur="700" fill="hold"/>
                                  <p:tgtEl>
                                    <p:spTgt spid="1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repl">
                                  <p:cTn id="11" dur="70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>
                                    <p:val>
                                      <p:strVal val="#ppt_h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57360" y="280080"/>
            <a:ext cx="7839000" cy="171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KIẾN TRÚC HỆ THỐNG PHÂN TẦNG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57360" y="1800360"/>
            <a:ext cx="7839000" cy="359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1. VN App UI (Writer, Sheet, Slides đồng bộ phát triển)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2. VN Shared Platform &amp; Global Command Bus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3. VN LibreOffice Adapter Layer (UNO Bridge &amp; PyUNO)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4. LibreOffice Core Engine C++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" dur="indefinite" restart="never" nodeType="tmRoot">
          <p:childTnLst>
            <p:seq>
              <p:cTn id="13" dur="indefinite" nodeType="mainSeq">
                <p:childTnLst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presetID="10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 from="0" to="1">
                                <p:cBhvr additive="repl">
                                  <p:cTn id="17" dur="500" fill="hold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57360" y="280080"/>
            <a:ext cx="7839000" cy="171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KẾ HOẠCH TRIỂN KHAI &amp; TIÊU CHUẨN KỸ THUẬT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57360" y="1800360"/>
            <a:ext cx="7839000" cy="359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• Hỗ trợ toàn diện định dạng văn bản hành chính theo Nghị định 30/2020/NĐ-CP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• Tương thích 100% hai chiều với hệ sinh thái OOXML (DOCX, XLSX, PPTX)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• Tích hợp trợ lý AI bảo mật cục bộ, bảo vệ quyền riêng tư tuyệt đối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" dur="indefinite" restart="never" nodeType="tmRoot">
          <p:childTnLst>
            <p:seq>
              <p:cTn id="19" dur="indefinite" nodeType="mainSeq">
                <p:childTnLst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presetID="23" presetClass="entr" fill="hold" nodeType="click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23" dur="600" fill="hold"/>
                                  <p:tgtEl>
                                    <p:spTgt spid="2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repl">
                                  <p:cTn id="24" dur="600" fill="hold"/>
                                  <p:tgtEl>
                                    <p:spTgt spid="2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LibreOffice/26.2.6.3$Windows_X86_64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cp:revision>0</cp:revision>
  <dc:subject/>
  <dc:title/>
</cp:coreProperties>
</file>