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comments/comment1.xml" ContentType="application/vnd.openxmlformats-officedocument.presentationml.comment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commentAuthors.xml><?xml version="1.0" encoding="utf-8"?>
<p:cmAuthorLst xmlns:p="http://schemas.openxmlformats.org/presentationml/2006/main">
  <p:cmAuthor id="0" name="Tran Thi Hoa" initials="" lastIdx="1" clrIdx="0"/>
  <p:cmAuthor id="1" name="Pham Minh Duc" initials="" lastIdx="1" clrIdx="1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09-05T02:10:00.000000000" idx="1">
    <p:pos x="4988" y="91"/>
    <p:text>Can doi chieu so lieu quy II truoc khi trinh.</p:text>
  </p:cm>
  <p:cm authorId="1" dt="2026-09-05T02:25:00.000000000" idx="1">
    <p:pos x="4988" y="816"/>
    <p:text>Xac nhan chu ky nguoi soan.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B3C98D-6C10-4890-9979-CCE5926FC3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F88ECD-C364-40EA-8831-D7EE16F2DE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680E85F-CEBF-481B-A291-738D2F4E1B78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791213358576"/>
          <p:cNvSpPr/>
          <p:nvPr/>
        </p:nvSpPr>
        <p:spPr>
          <a:xfrm>
            <a:off x="723960" y="723960"/>
            <a:ext cx="8639280" cy="1076400"/>
          </a:xfrm>
          <a:prstGeom prst="rect">
            <a:avLst/>
          </a:prstGeom>
          <a:solidFill>
            <a:srgbClr val="729FCF"/>
          </a:solidFill>
          <a:ln w="9360">
            <a:solidFill>
              <a:srgbClr val="3465A4"/>
            </a:solidFill>
            <a:round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Bao cao de an VN Office 2026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1791213358536"/>
          <p:cNvSpPr/>
          <p:nvPr/>
        </p:nvSpPr>
        <p:spPr>
          <a:xfrm>
            <a:off x="723960" y="1981080"/>
            <a:ext cx="8639280" cy="3962520"/>
          </a:xfrm>
          <a:prstGeom prst="rect">
            <a:avLst/>
          </a:prstGeom>
          <a:solidFill>
            <a:srgbClr val="729FCF"/>
          </a:solidFill>
          <a:ln w="9360">
            <a:solidFill>
              <a:srgbClr val="3465A4"/>
            </a:solidFill>
            <a:round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Kien truc nen tang LibreOffice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791213359155"/>
          <p:cNvSpPr/>
          <p:nvPr/>
        </p:nvSpPr>
        <p:spPr>
          <a:xfrm>
            <a:off x="723960" y="723960"/>
            <a:ext cx="8639280" cy="1076400"/>
          </a:xfrm>
          <a:prstGeom prst="rect">
            <a:avLst/>
          </a:prstGeom>
          <a:solidFill>
            <a:srgbClr val="729FCF"/>
          </a:solidFill>
          <a:ln w="9360">
            <a:solidFill>
              <a:srgbClr val="3465A4"/>
            </a:solidFill>
            <a:round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1"/>
              </a:rPr>
              <a:t>Slide khong comment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dcterms:modified xsi:type="dcterms:W3CDTF">2026-10-05T22:16:01Z</dcterms:modified>
  <cp:revision>1</cp:revision>
  <dc:subject/>
  <dc:title/>
</cp:coreProperties>
</file>