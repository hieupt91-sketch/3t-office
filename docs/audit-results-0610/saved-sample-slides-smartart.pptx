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F51C08-70D7-49D6-AD2A-5F6323EC7F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1E3DBB6-ABF8-4FDD-AA48-0171258A588F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uyTrinhHoSo-node-1"/>
          <p:cNvSpPr/>
          <p:nvPr/>
        </p:nvSpPr>
        <p:spPr>
          <a:xfrm>
            <a:off x="1447920" y="1371600"/>
            <a:ext cx="1352520" cy="809640"/>
          </a:xfrm>
          <a:prstGeom prst="rect">
            <a:avLst/>
          </a:prstGeom>
          <a:solidFill>
            <a:srgbClr val="18A303"/>
          </a:solidFill>
          <a:ln w="12600">
            <a:solidFill>
              <a:srgbClr val="FFFFFF"/>
            </a:solidFill>
            <a:round/>
          </a:ln>
        </p:spPr>
        <p:txBody>
          <a:bodyPr lIns="247680" tIns="247680" rIns="247680" bIns="247680" anchor="ctr">
            <a:noAutofit/>
          </a:bodyPr>
          <a:p>
            <a:pPr algn="ctr">
              <a:lnSpc>
                <a:spcPct val="90000"/>
              </a:lnSpc>
            </a:pPr>
            <a:r>
              <a:rPr lang="en-GB" sz="6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Tiếp nhận hồ sơ</a:t>
            </a:r>
            <a:endParaRPr lang="en-GB" sz="6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QuyTrinhHoSo-node-2"/>
          <p:cNvSpPr/>
          <p:nvPr/>
        </p:nvSpPr>
        <p:spPr>
          <a:xfrm>
            <a:off x="2933640" y="1371600"/>
            <a:ext cx="1352520" cy="809640"/>
          </a:xfrm>
          <a:prstGeom prst="rect">
            <a:avLst/>
          </a:prstGeom>
          <a:solidFill>
            <a:srgbClr val="18A303"/>
          </a:solidFill>
          <a:ln w="12600">
            <a:solidFill>
              <a:srgbClr val="FFFFFF"/>
            </a:solidFill>
            <a:round/>
          </a:ln>
        </p:spPr>
        <p:txBody>
          <a:bodyPr lIns="247680" tIns="247680" rIns="247680" bIns="247680" anchor="ctr">
            <a:noAutofit/>
          </a:bodyPr>
          <a:p>
            <a:pPr algn="ctr">
              <a:lnSpc>
                <a:spcPct val="90000"/>
              </a:lnSpc>
            </a:pPr>
            <a:r>
              <a:rPr lang="en-GB" sz="6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Thẩm định</a:t>
            </a:r>
            <a:endParaRPr lang="en-GB" sz="6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QuyTrinhHoSo-node-3"/>
          <p:cNvSpPr/>
          <p:nvPr/>
        </p:nvSpPr>
        <p:spPr>
          <a:xfrm>
            <a:off x="1447920" y="2324160"/>
            <a:ext cx="1352520" cy="809640"/>
          </a:xfrm>
          <a:prstGeom prst="rect">
            <a:avLst/>
          </a:prstGeom>
          <a:solidFill>
            <a:srgbClr val="18A303"/>
          </a:solidFill>
          <a:ln w="12600">
            <a:solidFill>
              <a:srgbClr val="FFFFFF"/>
            </a:solidFill>
            <a:round/>
          </a:ln>
        </p:spPr>
        <p:txBody>
          <a:bodyPr lIns="247680" tIns="247680" rIns="247680" bIns="247680" anchor="ctr">
            <a:noAutofit/>
          </a:bodyPr>
          <a:p>
            <a:pPr algn="ctr">
              <a:lnSpc>
                <a:spcPct val="90000"/>
              </a:lnSpc>
            </a:pPr>
            <a:r>
              <a:rPr lang="en-GB" sz="6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Phê duyệt</a:t>
            </a:r>
            <a:endParaRPr lang="en-GB" sz="6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QuyTrinhHoSo-node-4"/>
          <p:cNvSpPr/>
          <p:nvPr/>
        </p:nvSpPr>
        <p:spPr>
          <a:xfrm>
            <a:off x="2933640" y="2324160"/>
            <a:ext cx="1352520" cy="809640"/>
          </a:xfrm>
          <a:prstGeom prst="rect">
            <a:avLst/>
          </a:prstGeom>
          <a:solidFill>
            <a:srgbClr val="18A303"/>
          </a:solidFill>
          <a:ln w="12600">
            <a:solidFill>
              <a:srgbClr val="FFFFFF"/>
            </a:solidFill>
            <a:round/>
          </a:ln>
        </p:spPr>
        <p:txBody>
          <a:bodyPr lIns="247680" tIns="247680" rIns="247680" bIns="247680" anchor="ctr">
            <a:noAutofit/>
          </a:bodyPr>
          <a:p>
            <a:pPr algn="ctr">
              <a:lnSpc>
                <a:spcPct val="90000"/>
              </a:lnSpc>
            </a:pPr>
            <a:r>
              <a:rPr lang="en-GB" sz="6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Lưu trữ</a:t>
            </a:r>
            <a:endParaRPr lang="en-GB" sz="6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QuyTrinhHoSo-node-5"/>
          <p:cNvSpPr/>
          <p:nvPr/>
        </p:nvSpPr>
        <p:spPr>
          <a:xfrm>
            <a:off x="2190600" y="3267000"/>
            <a:ext cx="1352520" cy="809640"/>
          </a:xfrm>
          <a:prstGeom prst="rect">
            <a:avLst/>
          </a:prstGeom>
          <a:solidFill>
            <a:srgbClr val="18A303"/>
          </a:solidFill>
          <a:ln w="12600">
            <a:solidFill>
              <a:srgbClr val="FFFFFF"/>
            </a:solidFill>
            <a:round/>
          </a:ln>
        </p:spPr>
        <p:txBody>
          <a:bodyPr lIns="247680" tIns="247680" rIns="247680" bIns="247680" anchor="ctr">
            <a:noAutofit/>
          </a:bodyPr>
          <a:p>
            <a:pPr algn="ctr">
              <a:lnSpc>
                <a:spcPct val="90000"/>
              </a:lnSpc>
            </a:pPr>
            <a:r>
              <a:rPr lang="en-GB" sz="6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Bàn giao</a:t>
            </a:r>
            <a:endParaRPr lang="en-GB" sz="6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720" y="228600"/>
            <a:ext cx="9067680" cy="94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2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Quy trình xử lý hồ sơ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LibreOffice/26.2.6.3$Windows_X86_64 LibreOffice_project/8221e31b3ac356a1623c672912a3d2b492f7e3d1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cp:revision>0</cp:revision>
  <dc:subject/>
  <dc:title/>
</cp:coreProperties>
</file>